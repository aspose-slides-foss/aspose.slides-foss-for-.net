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ce Ref" initials="AR" lastIdx="1" clrIdx="0">
    <p:extLst>
      <p:ext uri="{19B8F6BF-5375-455C-9EA6-DF929625EA0E}">
        <p15:presenceInfo xmlns:p15="http://schemas.microsoft.com/office/powerpoint/2012/main" userId="Alice Ref" providerId="None"/>
      </p:ext>
    </p:extLst>
  </p:cmAuthor>
  <p:cmAuthor id="2" name="Bob Ref" initials="BR" lastIdx="1" clrIdx="1">
    <p:extLst>
      <p:ext uri="{19B8F6BF-5375-455C-9EA6-DF929625EA0E}">
        <p15:presenceInfo xmlns:p15="http://schemas.microsoft.com/office/powerpoint/2012/main" userId="Bob Ref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23T13:59:28.557" idx="1">
    <p:pos x="80" y="80"/>
    <p:text>Parent comment</p:text>
    <p:extLst>
      <p:ext uri="{C676402C-5697-4E1C-873F-D02D1690AC5C}">
        <p15:threadingInfo xmlns:p15="http://schemas.microsoft.com/office/powerpoint/2012/main" timeZoneBias="-240"/>
      </p:ext>
    </p:extLst>
  </p:cm>
  <p:cm authorId="2" dt="2026-09-23T13:59:28.597" idx="1">
    <p:pos x="80" y="176"/>
    <p:text>Reply to parent</p:text>
    <p:extLst>
      <p:ext uri="{C676402C-5697-4E1C-873F-D02D1690AC5C}">
        <p15:threadingInfo xmlns:p15="http://schemas.microsoft.com/office/powerpoint/2012/main" timeZoneBias="-240">
          <p15:parentCm authorId="1" idx="1"/>
        </p15:threadingInfo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53EF-E532-4ABE-B1DE-64A0F3868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A5BD0-086E-494D-A84B-C916D3B6B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E0E37-72BC-4B61-BC8F-EB2BBED35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303E-1D00-4577-9F97-0434BF502E1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7D90D-E60A-473C-90A6-33DC5AA53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8E97-5E06-4B00-806A-965E998A3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F73CC-C7CA-45FF-8AC8-BC1A50018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8996A-0394-491F-A5FF-710AA034F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D9C03-374B-40D2-B7DB-11D8BF128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AE69D-104E-4963-A52A-C3EF53AA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303E-1D00-4577-9F97-0434BF502E1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B6CE9-4220-487C-90E3-32D6441F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E1FCD-18B1-4398-A6AD-9904EF316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F73CC-C7CA-45FF-8AC8-BC1A50018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8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04DE6-8FCA-4634-A5DD-3D92F4ADA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4E75F-5C33-4B80-9C5D-67EB3DF08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994A2-5561-47B8-9241-D1DEE538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303E-1D00-4577-9F97-0434BF502E1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D0FD4-4C43-4736-9634-647EB5A73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2EED7-7ED7-45B8-8F38-61AF7D9C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F73CC-C7CA-45FF-8AC8-BC1A50018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8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104DA-1962-4F6D-92FA-243DC1A2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9E52D-D544-4340-B61E-4A0C5EC50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6E7F6-FF70-4CD3-B3AD-B8E91A651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ABA6D-2B75-425E-891A-44248486C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303E-1D00-4577-9F97-0434BF502E1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A71E0-4B8D-4865-950D-6E9EF5E4E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D8C54-4B0C-43D3-91B0-007F3B816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F73CC-C7CA-45FF-8AC8-BC1A50018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25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354BA-5BB5-4E07-B8DA-6A14D3FD5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D02A1-B111-44DB-A6C0-89574C080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BF31A-D2E2-4A58-9E4E-A3DDDC4EF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FF926-1D5A-4CF4-A155-4850872CD8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BF28D9-6278-4632-B61E-74C5234DB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25C025-D94E-4674-8750-52A182739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303E-1D00-4577-9F97-0434BF502E1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CCD716-43A6-4400-9F69-ED26C27B3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2BC4AF-D982-4FD9-9456-D6432A52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F73CC-C7CA-45FF-8AC8-BC1A50018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88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368D0-E707-424B-AB99-03BABE06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D17C3-F1DE-4DFD-846D-A3FA25392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303E-1D00-4577-9F97-0434BF502E1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51C2B-C89A-4692-802A-FC491459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F0697-6DCF-4F5C-BDC2-EE77CBC7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F73CC-C7CA-45FF-8AC8-BC1A50018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51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DD1AA-BC82-4640-8C0D-1111AFDED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303E-1D00-4577-9F97-0434BF502E1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4B7789-0E82-474D-A3BB-6907047D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D40E4-350E-44E1-8FFD-8B225868D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F73CC-C7CA-45FF-8AC8-BC1A50018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47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0C1B-91D3-469F-8E90-73099B420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0A0FA-6C6D-4EC9-9937-0343A8F7F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C1255-09F3-4D44-8BD1-E931C8672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9AC1B-8E5C-4CC7-8152-AC8B3EC0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303E-1D00-4577-9F97-0434BF502E1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1A2FD-1D60-436A-AE1A-962111116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3DD29-D428-4C66-B587-84D9B9961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F73CC-C7CA-45FF-8AC8-BC1A50018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00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7877-3130-4DAF-B700-193655042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5A99D9-8552-4CA8-9655-268539AC3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E1F88-88F8-4660-834B-F9B1A135F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0ECDC-169D-4D8B-9965-D2809D6A7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303E-1D00-4577-9F97-0434BF502E1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91826-393B-4496-A14C-2118D70DD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2A38E-9894-48D1-AC1D-EDE730B9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F73CC-C7CA-45FF-8AC8-BC1A50018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65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9E650-22E3-4ABE-997E-907A35F6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950B76-86D7-4C35-A5A6-8D5045C36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4DCC3-AFD2-4DE0-9BAF-02F557B04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303E-1D00-4577-9F97-0434BF502E1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652C-6D9E-4FFF-BB4E-B03555F8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2E4C6-B1A4-4736-9AD3-5A63DBDF6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F73CC-C7CA-45FF-8AC8-BC1A50018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51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4D5D7E-9C56-49A5-91D9-34A787A0F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26480A-EEDB-4376-A900-FC34DCBF4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B1EEF-2830-48D3-A54E-839A868E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303E-1D00-4577-9F97-0434BF502E1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61310-4AEF-44EF-8ADC-6EDA9EC5A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E0B52-B479-426F-91E5-5F234E34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F73CC-C7CA-45FF-8AC8-BC1A50018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0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B92669-CE1B-4CD8-8713-99D626180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FC759-BA48-4EBD-B883-866579D45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DCA90-D1B8-4F51-9A75-93B252D1BE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F303E-1D00-4577-9F97-0434BF502E1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BDF81-317C-402B-A272-042D559FA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D115E-D31A-4F0E-B0C2-DD5EFA5C4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F73CC-C7CA-45FF-8AC8-BC1A50018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9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463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 Fixture</dc:creator>
  <cp:lastModifiedBy>Test Fixture</cp:lastModifiedBy>
  <cp:revision>1</cp:revision>
  <dcterms:created xsi:type="dcterms:W3CDTF">2026-09-23T09:59:28Z</dcterms:created>
  <dcterms:modified xsi:type="dcterms:W3CDTF">2026-09-23T09:59:28Z</dcterms:modified>
</cp:coreProperties>
</file>