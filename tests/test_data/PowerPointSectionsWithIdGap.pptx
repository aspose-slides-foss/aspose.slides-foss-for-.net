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34513DB-F376-4479-B86D-AEAC3634E5C3}">
          <p14:sldIdLst>
            <p14:sldId id="256"/>
          </p14:sldIdLst>
        </p14:section>
        <p14:section name="Body" id="{62DFCE52-70B1-4857-BB60-199B78B1AB05}">
          <p14:sldIdLst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B511F-D495-4E21-A81C-72FACA747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2F6512-D253-42F8-ADBD-34E3F53A1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6D95-3FB9-42CA-95D2-1751A244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C6F5B-A99F-4B18-A5C7-82DC6645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0A86C-0E19-4017-A87D-EA0B722F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C2C8F-BA24-417C-8FBD-4404A062B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19873-2DC4-40A0-929B-36D277AE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F137-C287-4D55-AE64-B9448FC8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8F53A-07D6-41B0-81E9-4FD8F5E8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831C-DBE1-49A3-986B-2D68BA26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694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A3041-A35B-43ED-949F-BFBDCCDB5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5717F-30EB-405E-92BB-C682DE7F8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1B3B-1354-4633-8477-D4A6CF1D9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C22A-EEFC-4A56-9C69-6B53B9C44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52BB5-37A7-46E7-8600-E4C771710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11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BD1F-5B3C-48D1-9A3B-26F95F6D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457C2-5250-4E18-B8C4-5938FF03B1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D0663-BD2D-4659-BC01-CE8ADC621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86156-8A8E-4BA9-98F3-B0A700E0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3E27D-F979-4FE9-98EF-7AD5769E4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90CF2-3E43-45B6-8223-6B9C7C07F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97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1F7E1-5D8E-48F2-BC1A-A344C0AC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77E76-7734-44DC-AB43-BAA050620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CBDDD-1A41-40D0-8C3A-F3F00BDE9C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EEDBC-B16D-4B36-AF9F-B2924CF17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40A7E-1761-448B-B4D9-5629E5D2F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59E799-5431-481C-BEF2-D22D7CA51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AC4770-C0D1-44C1-971A-8F05F5D1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570D3-AFC5-4D17-B946-03D74D8E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2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FB6FC-8FD1-42D7-9491-5FF62E417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47A03A-E131-4805-8EBD-18DD162A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B765E-10C4-4812-8773-7379745E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06C6F-15A5-4B67-9135-F49A98EE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5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A3B4C3-062F-49AB-9315-9B3C08B1F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77306-C5C5-4EAB-B4A5-BB6FED74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28A66-4BA1-48E4-8183-58461353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30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2D45-89C2-490E-A663-8CEB22133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1C6D-4CBF-46C4-BF2D-26E484866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B15ED-112F-4F8D-8623-7A95F23CE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833223-0D49-4712-BC17-751B7CE4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C68AA-8C88-463D-B065-A6FFE0D6C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B952A-8D1C-4887-850F-7D6AAB27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30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246C0-7371-45A8-8CFE-1D090C060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E1566F-935A-40DB-8663-CB88E99FE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849B3-4622-4DC8-895F-923344F6BC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0897C-CEB9-446A-B2DA-FFB6ED6A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BD765-F852-49E1-9D32-1D626C1E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446D6-96AD-4244-BB56-40958444E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08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C252-586A-4604-BCE4-CC638F6CE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A1B4A-FC57-40CE-897E-42B0F7CDA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ACCDD-4A4C-4BD9-A4D4-629C3BF8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EE82F-015C-4E53-B468-798916081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A662C-06C0-4893-8BB0-8E6DF427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09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15F368-E0F1-47C4-A7D0-BB05D9FD0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AB3C1-D2C8-4557-B8A7-8F93FF549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110092-145B-4877-B2CA-B4C25BA1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1C112-EA4B-4104-89C2-41C0A5917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F9BBB-9F59-40E5-8826-E0F33C70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834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45132-2A35-45EA-8C39-6DE5447E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08BF6-DAE8-45F4-A84E-2AD5765A4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6F75E-FDAF-4407-B6E9-E5D4A474D0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79B86-4209-4982-ABE6-A7E517475E0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DCF65-0AAC-453E-857A-F73BEC73FB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E4C8D-E316-4060-AC2D-7ADD1C365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81BA6F-06F8-4FAD-9C2C-E43A57291E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0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498EE3-4F43-418D-8ACA-3B30AB90CDCB}"/>
              </a:ext>
            </a:extLst>
          </p:cNvPr>
          <p:cNvSpPr/>
          <p:nvPr/>
        </p:nvSpPr>
        <p:spPr>
          <a:xfrm>
            <a:off x="635000" y="635000"/>
            <a:ext cx="5080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Slide A</a:t>
            </a:r>
          </a:p>
        </p:txBody>
      </p:sp>
    </p:spTree>
    <p:extLst>
      <p:ext uri="{BB962C8B-B14F-4D97-AF65-F5344CB8AC3E}">
        <p14:creationId xmlns:p14="http://schemas.microsoft.com/office/powerpoint/2010/main" val="2902535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4E2A8B-394B-48A9-BCA5-E4D4E60E2E4B}"/>
              </a:ext>
            </a:extLst>
          </p:cNvPr>
          <p:cNvSpPr/>
          <p:nvPr/>
        </p:nvSpPr>
        <p:spPr>
          <a:xfrm>
            <a:off x="635000" y="635000"/>
            <a:ext cx="5080000" cy="101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Slide C</a:t>
            </a:r>
          </a:p>
        </p:txBody>
      </p:sp>
    </p:spTree>
    <p:extLst>
      <p:ext uri="{BB962C8B-B14F-4D97-AF65-F5344CB8AC3E}">
        <p14:creationId xmlns:p14="http://schemas.microsoft.com/office/powerpoint/2010/main" val="167548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 Fixture</dc:creator>
  <cp:lastModifiedBy>Test Fixture</cp:lastModifiedBy>
  <cp:revision>1</cp:revision>
  <dcterms:created xsi:type="dcterms:W3CDTF">2026-09-22T18:11:59Z</dcterms:created>
  <dcterms:modified xsi:type="dcterms:W3CDTF">2026-09-22T18:11:59Z</dcterms:modified>
</cp:coreProperties>
</file>