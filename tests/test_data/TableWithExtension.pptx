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</p:presentation>
</file>

<file path=ppt/_rels/presentation.xml.rels>&#65279;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 />
  <Relationship Id="rId2" Type="http://schemas.openxmlformats.org/officeDocument/2006/relationships/theme" Target="theme/theme1.xml" />
  <Relationship Id="rId3" Type="http://schemas.openxmlformats.org/officeDocument/2006/relationships/slide" Target="slides/slide1.xml" 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35000" y="635000"/>
          <a:ext cx="2540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extLst>
                  <a:ext uri="{4C6A3D8E-2F1B-4A9D-9C7E-5B2E1F0A7D34}">
                    <t:tableExtension xmlns:t="urn:example:table-extension" val="1"/>
                  </a:ext>
                </a:extLst>
              </a:tblPr>
              <a:tblGrid>
                <a:gridCol w="1270000"/>
                <a:gridCol w="1270000"/>
              </a:tblGrid>
              <a:tr h="381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Paragraphs>0</Paragraphs>
  <Slides>1</Slides>
  <Notes>0</Notes>
  <HiddenSlides>0</HiddenSlides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/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2026-08-15T18:04:48Z</dcterms:modified>
</cp:coreProperties>
</file>