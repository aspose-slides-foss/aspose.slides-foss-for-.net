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ice Ref" initials="AR" lastIdx="2" clrIdx="0">
    <p:extLst>
      <p:ext uri="{19B8F6BF-5375-455C-9EA6-DF929625EA0E}">
        <p15:presenceInfo xmlns:p15="http://schemas.microsoft.com/office/powerpoint/2012/main" userId="Alice Ref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commentAuthors" Target="commentAuthors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9-23T13:59:25.986" idx="1">
    <p:pos x="80" y="80"/>
    <p:text>Parent comment</p:text>
    <p:extLst>
      <p:ext uri="{C676402C-5697-4E1C-873F-D02D1690AC5C}">
        <p15:threadingInfo xmlns:p15="http://schemas.microsoft.com/office/powerpoint/2012/main" timeZoneBias="-240"/>
      </p:ext>
    </p:extLst>
  </p:cm>
  <p:cm authorId="1" dt="2026-09-23T13:59:26.025" idx="2">
    <p:pos x="80" y="176"/>
    <p:text>Reply to parent</p:text>
    <p:extLst>
      <p:ext uri="{C676402C-5697-4E1C-873F-D02D1690AC5C}">
        <p15:threadingInfo xmlns:p15="http://schemas.microsoft.com/office/powerpoint/2012/main" timeZoneBias="-240">
          <p15:parentCm authorId="1" idx="1"/>
        </p15:threadingInfo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80D0C-8B55-4DA0-BF5B-9600DC8F80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32D75D-36F3-4298-BB39-348B5B5062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3DA4CC-FA93-4F3C-B503-A5BDE4DF1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D853F-1E2B-4F94-AF40-B681A7EE8699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523B3D-DF6B-4D89-8B62-E94E2969A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77E0DE-9E33-4C14-A091-01FE0F812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E28F4-89DE-47EF-8D54-5919B07E3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621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D6DB5-BE6B-44B4-9311-830F2CA10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C8E3C-DE82-4270-BBC9-60F32E2A6B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B64061-CC93-4CB6-BB17-B252E183F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D853F-1E2B-4F94-AF40-B681A7EE8699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5BDEE5-4826-40B2-A697-4EB03CC8D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6F5F83-763B-4D23-BF34-D46071B10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E28F4-89DE-47EF-8D54-5919B07E3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138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7380B-8FAB-4C16-927C-1BDF246F8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7C75E-02A9-444E-A211-3A5A9DDEE4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9073C8-CFE2-4A64-ADF0-3F6C596E6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D853F-1E2B-4F94-AF40-B681A7EE8699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D2B654-489A-48ED-9BE3-A4100DF9E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AFC39C-DEAC-4888-AA39-6F3F4B103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E28F4-89DE-47EF-8D54-5919B07E3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977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EEC64-2F09-4D06-9643-DB8E85404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BA8A7E-C984-4B21-87C0-E72BA9046D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4EBBB7-4BC8-40F6-B348-AAF9E7D7C6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AE1557-5B51-4EF2-92D4-CD632CF81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D853F-1E2B-4F94-AF40-B681A7EE8699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E5DFD1-4220-40C6-BAC1-65DBE9EFD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D7D2B5-0094-4FDC-B8B7-2FF5037DB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E28F4-89DE-47EF-8D54-5919B07E3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968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C9D8C-412B-4F96-B300-4F1D4191D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0DFE21-4734-451C-A638-4FCBF686C8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F9D437-C797-44E1-9683-DCBCA52EEB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8453CD-6133-42E0-A9E6-4B3B7E3FB3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10A50C-7BA7-4B46-8060-22B8B79B85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B94A95-C7F5-4E2D-9362-A16B4CD2C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D853F-1E2B-4F94-AF40-B681A7EE8699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961B52-E442-425C-807D-47BC40820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F5A548-68C4-4C79-ACCC-D61EF1B7F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E28F4-89DE-47EF-8D54-5919B07E3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019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CC24B-94B6-4704-B41B-64248A76B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15D26E-6013-496B-B257-CF070BF65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D853F-1E2B-4F94-AF40-B681A7EE8699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9745CB-FC0C-4781-80F3-9116FDD8E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2D9443-B895-42B7-AD54-7846307EC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E28F4-89DE-47EF-8D54-5919B07E3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343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CADB9C-1C03-408D-8CE9-BD80487B5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D853F-1E2B-4F94-AF40-B681A7EE8699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0EBE58-7762-470F-BB92-44D3DEEC8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70312D-EF5B-47B6-85F2-7450B6E03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E28F4-89DE-47EF-8D54-5919B07E3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654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A1004-39B6-4EF2-A9B2-3AB41C028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B517C0-FB97-4B4A-B7CC-0DB1FDD84C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ADA3F8-5B9C-4273-9EBA-7BAD07921C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925F59-34FC-48BE-AC25-E5E7B6CBC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D853F-1E2B-4F94-AF40-B681A7EE8699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4468BD-C6AD-40DE-B128-3C9177A31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D10C7A-90F8-4783-871B-979BAF8F0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E28F4-89DE-47EF-8D54-5919B07E3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373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B10FA-2A11-4AF8-A1C6-01BF3678D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3D7C1B-7F42-4BBB-8CFE-2F6181C948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DBA83D-BD5A-40DF-AAA2-1FFF4FDA1C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C7FAC6-04FB-49F0-AC6D-C5726C8F3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D853F-1E2B-4F94-AF40-B681A7EE8699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87DCC9-10B2-4240-8109-7243104FA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30638C-49D7-4BDD-B4E3-E6ECFD5B9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E28F4-89DE-47EF-8D54-5919B07E3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066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B2181-24DD-45F4-86A0-71A668ADD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8BBA30-D9BA-422C-8131-47F7779B83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36F04F-46FA-4BF3-9672-56035770D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D853F-1E2B-4F94-AF40-B681A7EE8699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FB90EB-93C4-45D8-8880-0DC9FD461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023A8E-B820-4DD0-A91F-8A48FBA69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E28F4-89DE-47EF-8D54-5919B07E3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9224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99B09C-2C75-42B1-AF78-588439372B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8324FD-C60C-4BC1-B2F2-3480DFB87D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60D7D6-F447-4451-854F-AF24098DF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D853F-1E2B-4F94-AF40-B681A7EE8699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DEA603-AD25-448A-9D3F-91C59C03A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98CC9E-7444-4AE7-8456-ABA7EF705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E28F4-89DE-47EF-8D54-5919B07E3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212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0A7622-12A7-4979-88BC-1F05519B0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99ED5F-6593-48B3-89DE-3EA2F1E5C4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BD8FFE-41AE-4BC2-94EF-E247CBC9A6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CD853F-1E2B-4F94-AF40-B681A7EE8699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38C6EC-9C2E-4413-99E6-771022335D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830EA5-F594-478B-8745-0A9D5B97F4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5E28F4-89DE-47EF-8D54-5919B07E3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725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60842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Test Fixture</dc:creator>
  <cp:lastModifiedBy>Test Fixture</cp:lastModifiedBy>
  <cp:revision>1</cp:revision>
  <dcterms:created xsi:type="dcterms:W3CDTF">2026-09-23T09:59:26Z</dcterms:created>
  <dcterms:modified xsi:type="dcterms:W3CDTF">2026-09-23T09:59:26Z</dcterms:modified>
</cp:coreProperties>
</file>