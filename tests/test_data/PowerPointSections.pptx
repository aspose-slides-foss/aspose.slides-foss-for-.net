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AE94259-FE10-46CC-94FC-F190558C5500}">
          <p14:sldIdLst>
            <p14:sldId id="256"/>
          </p14:sldIdLst>
        </p14:section>
        <p14:section name="Body" id="{C9CAF6C8-0E1A-4FF7-B237-4A839E46D10A}">
          <p14:sldIdLst>
            <p14:sldId id="257"/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4DED3-D346-43AB-B66F-BF54A8732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42B6FD-27CF-4043-8E5A-55D921A24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16878-9D08-424B-A9DE-3B0F64C72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20A1-C7CB-4879-8B76-FCB3B68DD09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41A5C-04C7-455A-A82E-56F6A048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C053C-96C0-45CD-B999-2CE2AA84E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814-9637-483B-9207-B3CCE857F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30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8E9C-0235-431D-A284-939B85A73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923B8-DC3F-481F-9F12-F4237654D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3A03A-15B2-432B-A67D-0044D7F17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20A1-C7CB-4879-8B76-FCB3B68DD09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620DC-3E85-4968-AB9F-85517AFF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78B20-5E7F-46A1-8FDA-DE7209BB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814-9637-483B-9207-B3CCE857F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4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9C66C-D10F-433A-A527-74BA0670F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D7E67-451E-40C2-ADFC-9D17143DF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B3609-CBC5-4056-8E5F-94DD161BE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20A1-C7CB-4879-8B76-FCB3B68DD09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452F7-5C71-47CD-A39A-39BD578D5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0D733-0F31-4D3B-8292-3CD93E53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814-9637-483B-9207-B3CCE857F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3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B5780-F3BF-4CF2-A293-0E659A3F5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F84D7-FC0D-4076-B8EE-DE0E20412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30901-FB67-4F99-942B-76962C763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A01F7-D35D-4CFA-810A-1EC744A1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20A1-C7CB-4879-8B76-FCB3B68DD09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203AE-3CFA-4120-AF6A-55150EF9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BD7D5-7E06-4916-AC5D-484F53A13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814-9637-483B-9207-B3CCE857F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084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BE3FC-6BA3-4ACB-8298-BE9CBD332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0A670-00C5-45C8-9941-469459690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39168-2749-4CB4-86E3-0DB91A00A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83F2EF-70E5-4EB7-A8C1-E089008442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DF7B5-E8D9-4608-81B8-14B622269C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B93F4F-30DE-441D-9030-59A23A9B8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20A1-C7CB-4879-8B76-FCB3B68DD09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02AB88-748B-4340-83F6-1C5F4A139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AC1A02-A88E-46B7-8EDC-CC0B4F4ED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814-9637-483B-9207-B3CCE857F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23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C650-CDA9-40F7-AA6A-A7DA10DDB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CCCBDF-982E-4FAA-A9FF-3E9665841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20A1-C7CB-4879-8B76-FCB3B68DD09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76B08-DE3C-4930-BE78-666FCF08F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27A3B-D74D-46AD-B45E-F101814A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814-9637-483B-9207-B3CCE857F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198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551C02-FD56-4689-8674-0C6E20632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20A1-C7CB-4879-8B76-FCB3B68DD09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415E3-E667-4590-B075-239AB8FE6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15B38-4816-41EF-B82E-E11864D2B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814-9637-483B-9207-B3CCE857F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76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CB5B-5D0A-4DDF-B5C9-B73F12795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4E261-9C3E-4E67-BFE7-5D29838CF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01960-1671-4B44-A894-784D15909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9F6C6-412E-48CC-8C40-2D01759CE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20A1-C7CB-4879-8B76-FCB3B68DD09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DD718-D698-43E6-9852-DAEE15F5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A6AC0-848E-4E2D-93AB-DD3FF2015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814-9637-483B-9207-B3CCE857F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64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D5D31-3F37-4577-A461-30B25BC9C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CE2DF6-F184-4368-9041-A88C38945E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10AD2-688A-41B6-87D1-A240F741C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6C42D-282B-4E78-B5A6-EA27B141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20A1-C7CB-4879-8B76-FCB3B68DD09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65A63-2141-4238-8E8A-882562924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11705-8D66-4383-A5F1-EBD31651E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814-9637-483B-9207-B3CCE857F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22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9823-6FE3-4F5C-A3E4-FA7B6B8E2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C8353-1944-4D1E-9A4B-9F6A4DA26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E4A18-96FD-4727-B120-19BF3210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20A1-C7CB-4879-8B76-FCB3B68DD09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154BA-E11F-4092-A6D0-14CAB46C2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1083-32D9-4495-8E7A-2F2EBE5C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814-9637-483B-9207-B3CCE857F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39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82CB4F-4030-4CCF-844F-DF014C6F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515E6-EDC3-4EA0-9D3D-6989AFA0D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3B574-B6E9-4A2A-976B-4C1A5C76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220A1-C7CB-4879-8B76-FCB3B68DD09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3EF4B-3E38-4545-BA64-29DB5A4CC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5EF6F-433F-443D-9CE9-169BE790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814-9637-483B-9207-B3CCE857F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1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F45C78-C393-4BD1-B116-C37BB9E6C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5C8F1-56B0-468A-88A1-9DDFE1A71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A289B-766F-4246-970D-4B5AA5CC16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220A1-C7CB-4879-8B76-FCB3B68DD09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30159-578B-4C3A-BE7E-00E828B9E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15337-8A59-4305-89BD-999E1FDC4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71814-9637-483B-9207-B3CCE857F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17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763176-D0A3-4F93-934E-B8DD987419BD}"/>
              </a:ext>
            </a:extLst>
          </p:cNvPr>
          <p:cNvSpPr/>
          <p:nvPr/>
        </p:nvSpPr>
        <p:spPr>
          <a:xfrm>
            <a:off x="635000" y="635000"/>
            <a:ext cx="5080000" cy="10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Slide A</a:t>
            </a:r>
          </a:p>
        </p:txBody>
      </p:sp>
    </p:spTree>
    <p:extLst>
      <p:ext uri="{BB962C8B-B14F-4D97-AF65-F5344CB8AC3E}">
        <p14:creationId xmlns:p14="http://schemas.microsoft.com/office/powerpoint/2010/main" val="4266664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62D64C-F40D-4348-B88C-67EB985E2C89}"/>
              </a:ext>
            </a:extLst>
          </p:cNvPr>
          <p:cNvSpPr/>
          <p:nvPr/>
        </p:nvSpPr>
        <p:spPr>
          <a:xfrm>
            <a:off x="635000" y="635000"/>
            <a:ext cx="5080000" cy="10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Slide B</a:t>
            </a:r>
          </a:p>
        </p:txBody>
      </p:sp>
    </p:spTree>
    <p:extLst>
      <p:ext uri="{BB962C8B-B14F-4D97-AF65-F5344CB8AC3E}">
        <p14:creationId xmlns:p14="http://schemas.microsoft.com/office/powerpoint/2010/main" val="223803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58C28F-2612-4F6A-8BEE-EB1E51A2C118}"/>
              </a:ext>
            </a:extLst>
          </p:cNvPr>
          <p:cNvSpPr/>
          <p:nvPr/>
        </p:nvSpPr>
        <p:spPr>
          <a:xfrm>
            <a:off x="635000" y="635000"/>
            <a:ext cx="5080000" cy="10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Slide C</a:t>
            </a:r>
          </a:p>
        </p:txBody>
      </p:sp>
    </p:spTree>
    <p:extLst>
      <p:ext uri="{BB962C8B-B14F-4D97-AF65-F5344CB8AC3E}">
        <p14:creationId xmlns:p14="http://schemas.microsoft.com/office/powerpoint/2010/main" val="808076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 Fixture</dc:creator>
  <cp:lastModifiedBy>Test Fixture</cp:lastModifiedBy>
  <cp:revision>1</cp:revision>
  <dcterms:created xsi:type="dcterms:W3CDTF">2026-09-22T18:11:51Z</dcterms:created>
  <dcterms:modified xsi:type="dcterms:W3CDTF">2026-09-22T18:11:51Z</dcterms:modified>
</cp:coreProperties>
</file>