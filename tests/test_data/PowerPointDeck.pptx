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6A26A-DF7C-4AC7-9E46-5B7F2F2FFC9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E13D3-A2D7-4531-A89E-7D03487FD3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23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from PowerPoint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E13D3-A2D7-4531-A89E-7D03487FD3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3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1BD0-93A6-4303-9D88-9621B750B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66404-DEDA-4899-A304-F7CF8D46E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ED4F7-DD70-4132-82B4-5FB3DEBF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A6DCF-3953-431A-B28F-0750B53B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1004D-F7A0-4F4D-B25C-D38427A5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6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738A-8A93-4645-8645-ED2D6F72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75EAF-1258-4B0F-BD11-19B8CC0D7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5BC15-BD08-41B6-BE73-D2D7FA09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C43DF-4E24-462E-B267-C7C70BA00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5A563-1C7C-4F15-BABB-CE42B406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8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798A-8554-430F-80E0-74D78A14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6D459-7C66-4408-8F72-C5034197E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7DB1F-AEC8-4729-8467-EBD11D3F1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77FB7-C46E-43C9-A8F6-0F059A9A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D1617-6EBF-4A9A-A70E-95078D4E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7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4167C-ACC4-433E-93FF-B0FB747E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D3D19-AE9B-4DB5-BF51-75B79B366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8ECED-63F7-4984-AA4B-FF22DC610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6EA76-6204-4886-8EBC-FB4DFA51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5F66B-FA8A-40EA-85C1-CCF8B4FB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B54D4-167E-446A-8E72-16D5DF06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89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8518-4603-4451-8CA2-9C110616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36F11-3031-4B70-854A-39CAA31FC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97C4E-892B-4BA7-9D86-5CDF2C899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7ADAC-95DE-4866-ABCF-3057C66D7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1D74E-09B7-489B-B059-3B2D31AD0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13967-2C63-45A3-A6D7-41841CC6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239BCF-FBCE-41A6-B4B8-EFBD35ADD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77F92-4653-43F6-8986-34BE3DAB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6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0E04-C5BB-4016-98E7-32EB4343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43898-322B-459A-AB5E-0C245307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D937E-F07C-4DE1-A1F9-623659C4E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6B3E1-B111-4954-AA81-30E3A2FD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C7D07-FF37-403F-99B0-AAE0560E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082382-5026-4FC7-9B49-727D32F0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ECC63-30AB-4421-BF02-1104D5A2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6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CB1C-3349-45CF-A6AC-D0A9D06E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81D28-6AF7-419D-B898-BA7C2E697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8AB4B-FDE0-4656-A80A-07EA6BA33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32D25-8B68-4464-BF42-8B0C24B98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46CA3-2195-42C7-8544-96A9B6E5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D2D69-7092-49B9-9717-19D71FBA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3F2E-6D1D-4224-8A0F-63F6BC5D0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33CE37-457E-416A-9812-7225C5AE9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AD9F7-0CFD-409F-A384-20DC910A7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D58FE-D4FB-4BEF-99B7-40F3D352F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EE6C3-1757-46CF-98EB-1DE48CB0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D81AA-9609-4CCB-9D8F-DEC9EBA6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79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B18B-54A1-4608-A5A2-A9518C49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0CE5E-1CD5-4D4E-BC82-E86AE6CB6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FA264-56D2-4AE1-8F10-77E0125E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E0EC7-C510-4E91-9BEB-408E03F7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9A4C6-D2F1-4A7D-B513-4FE5D0D9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5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959C4-2E68-4DCE-938C-31B60808E3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7B301-5913-4682-9411-B31B394B2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6E22E-BA11-4826-8869-9CFC1311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38216-ECD6-4D87-9FCF-59BCFCC7F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C4F75-FF21-4303-A0F0-3B277BBF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18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3963-0817-4195-9B57-B23A5ADD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4C5BF-1B0B-4F2A-8DA1-C07508C14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1B248-77C1-40A3-B071-188FA5B3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55045-79EE-4860-8259-0F3A69BFA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201FB-588F-46C4-BEBE-AB9C818A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85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D35014-1ADE-488D-959F-C01FFFDB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C6751-863E-4852-8C3A-ED7A563F0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DC1E9-9EA3-475F-AC36-ADD618D8F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D37B8-B5FB-46D2-B057-A1EF579E92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404F4-AC34-4F45-B65F-DC2FDAA69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795DD-B170-4693-B7E9-F494D6D60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12761-FB19-4727-9EA6-164AE276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5CEC-0E8B-4C07-960D-827B53FB7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PowerPoint Deck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E1540-5306-4A1E-B599-249430E89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Bullet one</a:t>
            </a:r>
          </a:p>
        </p:txBody>
      </p:sp>
    </p:spTree>
    <p:extLst>
      <p:ext uri="{BB962C8B-B14F-4D97-AF65-F5344CB8AC3E}">
        <p14:creationId xmlns:p14="http://schemas.microsoft.com/office/powerpoint/2010/main" val="344599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119D2F-F0C3-4865-B5F2-F392E9F26B9F}"/>
              </a:ext>
            </a:extLst>
          </p:cNvPr>
          <p:cNvSpPr/>
          <p:nvPr/>
        </p:nvSpPr>
        <p:spPr>
          <a:xfrm>
            <a:off x="1270000" y="1270000"/>
            <a:ext cx="2540000" cy="1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38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Real PowerPoint Deck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PowerPoint Deck</dc:title>
  <dc:creator>Test Fixture</dc:creator>
  <cp:lastModifiedBy>Test Fixture</cp:lastModifiedBy>
  <cp:revision>1</cp:revision>
  <dcterms:created xsi:type="dcterms:W3CDTF">2020-01-01T00:00:00Z</dcterms:created>
  <dcterms:modified xsi:type="dcterms:W3CDTF">2020-01-01T00:00:00Z</dcterms:modified>
</cp:coreProperties>
</file>